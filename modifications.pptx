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0249-5696-748F-7670-046A07CDB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001A5-5AAE-3FD5-C6AE-185584D8A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1840A-0DB7-ACAC-83DC-0B041191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DF7E-5530-F56E-D7DE-4AA87570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7E283-B8BD-EB97-A4A5-1D2143C9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0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CD86-20FE-E950-CE75-1CC68F3A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0D9D-E2E0-6CEB-CE85-7C1535B42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61BDA-92A0-2113-B0FC-5174E4AA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25CE0-D463-7638-4BE2-847DFC09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6F477-6AEB-968C-95B2-B9FDC463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8674-FB40-475E-9652-8E2F463C7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C0A97-459A-032A-A856-6B213D0F8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7DA6B-D4EB-B7CA-79B1-94346263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028D-DD8B-86B4-D1EB-A5B05136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7442E-920D-01B4-F4AF-0D3F21C3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9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E286-75A1-D4A0-0EF4-363C9F9D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D3266-2A2A-7F81-539F-3BBDAB6B3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DE96F-EDC8-5EAE-D9C2-A542A62C7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21C2E-EC14-8C78-868A-885018AF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DD380-C2C1-CD1E-E817-2A4BF077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13AF2-4043-99A9-91C2-3BB65A5A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8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DCF1-41B8-1724-D9E7-8FEBFA7C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378D5-3D5D-2E15-018D-F91652E5C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DE6A8-DB88-BBC2-C092-8FFA5A15C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8EAB7-5E4F-0A73-B976-D24297740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C79298-123B-8501-1170-5002A82A4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D815B-88CA-8DA6-1D16-8B2B95B7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E8784-C7B6-2F70-F00C-8CA161B4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B99B4-9372-9692-9D74-DF325CFD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D777-5C8D-7983-68BE-6850B3F3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A42D64-9F40-C9BF-BAA4-0FE60E40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044D9-2213-1765-35D4-9944B070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F9C55-2B05-D34B-12F4-DF83068B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8027B-98AD-CA8F-1798-FD3DDBA8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C08BE-EE74-A1A4-C10E-AD78C2E5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65AB3-7B1A-95F6-74A0-650C06F0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8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4225-7D19-286D-6032-C777CE82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04D9-FC80-8553-8ADA-1A6C2FA2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647F8-400F-2D34-0769-AE5259568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D376F-AD68-E699-DFB6-961B2B5D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17E74-D47F-EA70-3D94-6A2AAB38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941F0-0058-BB3F-3595-3B47D1B3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2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E0AB-CABE-B099-FB64-F6B74EAE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7D533F-3C64-BB9C-C773-38A713F8F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1D97E-2CF6-CF95-16BC-A53641B99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D469C-C71C-AE26-FA59-780AFBF3A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F34A4-E10B-F2FC-016C-64D5ECC9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69A68-B4A0-52BE-BA06-C761D520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9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E21C-8482-2531-FB3D-B2BC5D67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0B265-E3C7-C9A3-61FB-048626B1D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28DA-9D95-5952-8066-CEC89547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04ADD-1AE3-5130-6D30-71991ACE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DC97-A965-16BC-BB04-AACB8084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5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CC7F1-1A26-3157-0D25-378F90C85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C27BD-CBE7-2CF1-5B7D-D1D6DD7D8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A403F-D1A0-D757-833A-5C756BA5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2481E-E412-9DE9-6214-E726EF66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6B464-DE9A-5CF9-F6C9-BCACC22B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020F4-FF10-4A45-E120-5BE45153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25EA3-D325-4A12-B855-7720CBDBD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15782-89AE-CB02-CAC7-1884DB2E6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3E1BC-774F-4B49-9FC9-3F47CA9A4F74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49983-ADA6-1C5E-9438-65834DBC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3CE8-794E-859E-75D9-FC10A8A1B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43E09-8B7B-465E-8646-5511D8E4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6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60D2B5-D5EA-1B04-ACC3-51DC5B3B9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8" y="0"/>
            <a:ext cx="1200986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D23107-813C-3015-0D5F-9476A62D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812" y="767609"/>
            <a:ext cx="2937784" cy="1154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DC00B-CB2A-D3C1-8E06-3568F662AB41}"/>
              </a:ext>
            </a:extLst>
          </p:cNvPr>
          <p:cNvSpPr txBox="1"/>
          <p:nvPr/>
        </p:nvSpPr>
        <p:spPr>
          <a:xfrm>
            <a:off x="1483743" y="931652"/>
            <a:ext cx="2820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Resize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and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reposition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the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logo.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Include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a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soft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transition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735DC2-A99A-15CB-DB6F-743360563F0D}"/>
              </a:ext>
            </a:extLst>
          </p:cNvPr>
          <p:cNvSpPr/>
          <p:nvPr/>
        </p:nvSpPr>
        <p:spPr>
          <a:xfrm>
            <a:off x="2878821" y="4244195"/>
            <a:ext cx="3096883" cy="1518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0423D5-4D2B-A6A1-CB17-2738B7C190F4}"/>
              </a:ext>
            </a:extLst>
          </p:cNvPr>
          <p:cNvSpPr/>
          <p:nvPr/>
        </p:nvSpPr>
        <p:spPr>
          <a:xfrm>
            <a:off x="6335138" y="4244195"/>
            <a:ext cx="3096883" cy="1518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85B5AF-2B07-96AD-4A6D-30B5B90F3C7D}"/>
              </a:ext>
            </a:extLst>
          </p:cNvPr>
          <p:cNvSpPr txBox="1"/>
          <p:nvPr/>
        </p:nvSpPr>
        <p:spPr>
          <a:xfrm>
            <a:off x="7883579" y="192988"/>
            <a:ext cx="28208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Main panel-bar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should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dissapear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for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home,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when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somene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gets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in.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Only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preserve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the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language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toggle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AD969-D640-B482-537B-95C3BE20E03F}"/>
              </a:ext>
            </a:extLst>
          </p:cNvPr>
          <p:cNvSpPr txBox="1"/>
          <p:nvPr/>
        </p:nvSpPr>
        <p:spPr>
          <a:xfrm>
            <a:off x="2042057" y="3848658"/>
            <a:ext cx="5635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I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need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2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cards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softly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rounded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squares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here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2D3FA7-5B3A-2839-5860-E3A4FC6E56A8}"/>
              </a:ext>
            </a:extLst>
          </p:cNvPr>
          <p:cNvSpPr txBox="1"/>
          <p:nvPr/>
        </p:nvSpPr>
        <p:spPr>
          <a:xfrm>
            <a:off x="3735004" y="4995752"/>
            <a:ext cx="1406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Technical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Blog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8FDA3B-F7AB-A31B-EC60-65BCDA0E62D0}"/>
              </a:ext>
            </a:extLst>
          </p:cNvPr>
          <p:cNvSpPr txBox="1"/>
          <p:nvPr/>
        </p:nvSpPr>
        <p:spPr>
          <a:xfrm>
            <a:off x="2898477" y="5303530"/>
            <a:ext cx="2570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Description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for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technical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blog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8E710-F763-7C1A-C4F3-C05150D24FE5}"/>
              </a:ext>
            </a:extLst>
          </p:cNvPr>
          <p:cNvSpPr txBox="1"/>
          <p:nvPr/>
        </p:nvSpPr>
        <p:spPr>
          <a:xfrm>
            <a:off x="7180527" y="5021958"/>
            <a:ext cx="1406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Explanations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7688CA-CD97-1A44-3465-5D60F9E71D10}"/>
              </a:ext>
            </a:extLst>
          </p:cNvPr>
          <p:cNvSpPr txBox="1"/>
          <p:nvPr/>
        </p:nvSpPr>
        <p:spPr>
          <a:xfrm>
            <a:off x="6426679" y="5303529"/>
            <a:ext cx="288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Description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for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explanations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F4908C4-7CDE-3E58-A2CF-F89CD2340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99459" y="3127964"/>
            <a:ext cx="655605" cy="299221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D1DCC4E-6DA2-6B17-8368-D7C385E15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542127" y="3107939"/>
            <a:ext cx="655605" cy="29922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B5BFDBD-9122-321F-32B3-25CBDA52E5A0}"/>
              </a:ext>
            </a:extLst>
          </p:cNvPr>
          <p:cNvSpPr txBox="1"/>
          <p:nvPr/>
        </p:nvSpPr>
        <p:spPr>
          <a:xfrm>
            <a:off x="698741" y="4254738"/>
            <a:ext cx="19370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I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need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this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kind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on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visual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pixeled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cards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Make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native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designs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in pixel-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style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but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respect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the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color pallete.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49A8A0-86F1-5683-0F28-275CD3FCB957}"/>
              </a:ext>
            </a:extLst>
          </p:cNvPr>
          <p:cNvSpPr txBox="1"/>
          <p:nvPr/>
        </p:nvSpPr>
        <p:spPr>
          <a:xfrm>
            <a:off x="9782355" y="1849259"/>
            <a:ext cx="20031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Make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the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square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size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in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the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background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 a Little bit </a:t>
            </a:r>
            <a:r>
              <a:rPr lang="es-MX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smaller</a:t>
            </a:r>
            <a:r>
              <a:rPr lang="es-MX" sz="14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2157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2049E5-82F2-15B0-026B-951EE0CC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26" y="1709297"/>
            <a:ext cx="5755149" cy="3877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C0919-4848-2FBF-016D-872DAA204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901" y="1637817"/>
            <a:ext cx="5825974" cy="198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1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77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Cristhian Chavez</dc:creator>
  <cp:lastModifiedBy>Cristhian Chavez</cp:lastModifiedBy>
  <cp:revision>1</cp:revision>
  <dcterms:created xsi:type="dcterms:W3CDTF">2026-09-16T17:00:45Z</dcterms:created>
  <dcterms:modified xsi:type="dcterms:W3CDTF">2026-09-16T21:01:42Z</dcterms:modified>
</cp:coreProperties>
</file>